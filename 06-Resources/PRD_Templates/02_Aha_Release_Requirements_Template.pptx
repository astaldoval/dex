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2821" y="6404293"/>
            <a:ext cx="263980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aha.io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4"/>
          <p:cNvSpPr txBox="1"/>
          <p:nvPr/>
        </p:nvSpPr>
        <p:spPr>
          <a:xfrm>
            <a:off x="470832" y="142383"/>
            <a:ext cx="5251964" cy="818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>
            <a:lvl1pPr>
              <a:defRPr b="1" sz="2400">
                <a:solidFill>
                  <a:srgbClr val="15345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Release Requirements Template</a:t>
            </a:r>
          </a:p>
        </p:txBody>
      </p:sp>
      <p:pic>
        <p:nvPicPr>
          <p:cNvPr id="9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259" y="6363587"/>
            <a:ext cx="701321" cy="350661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extBox 53"/>
          <p:cNvSpPr txBox="1"/>
          <p:nvPr/>
        </p:nvSpPr>
        <p:spPr>
          <a:xfrm>
            <a:off x="1305585" y="1217737"/>
            <a:ext cx="815277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Future</a:t>
            </a:r>
          </a:p>
        </p:txBody>
      </p:sp>
      <p:sp>
        <p:nvSpPr>
          <p:cNvPr id="97" name="TextBox 56"/>
          <p:cNvSpPr txBox="1"/>
          <p:nvPr/>
        </p:nvSpPr>
        <p:spPr>
          <a:xfrm>
            <a:off x="7056815" y="1217737"/>
            <a:ext cx="1145676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Complete</a:t>
            </a:r>
          </a:p>
        </p:txBody>
      </p:sp>
      <p:sp>
        <p:nvSpPr>
          <p:cNvPr id="98" name="Shape 3"/>
          <p:cNvSpPr txBox="1"/>
          <p:nvPr/>
        </p:nvSpPr>
        <p:spPr>
          <a:xfrm>
            <a:off x="892848" y="6406792"/>
            <a:ext cx="3273060" cy="264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lnSpc>
                <a:spcPct val="115000"/>
              </a:lnSpc>
              <a:defRPr sz="1200" u="sng">
                <a:solidFill>
                  <a:srgbClr val="3172C8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  <a:hlinkClick r:id="rId3" invalidUrl="" action="" tgtFrame="" tooltip="" history="1" highlightClick="0" endSnd="0"/>
              </a:defRPr>
            </a:lvl1pPr>
          </a:lstStyle>
          <a:p>
            <a:pPr>
              <a:defRPr>
                <a:uFill>
                  <a:solidFill>
                    <a:srgbClr val="1155CC"/>
                  </a:solidFill>
                </a:uFill>
              </a:defRPr>
            </a:pPr>
            <a:r>
              <a:rPr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The World's #1 Product Development Software</a:t>
            </a:r>
          </a:p>
        </p:txBody>
      </p:sp>
      <p:graphicFrame>
        <p:nvGraphicFramePr>
          <p:cNvPr id="99" name="Table"/>
          <p:cNvGraphicFramePr/>
          <p:nvPr/>
        </p:nvGraphicFramePr>
        <p:xfrm>
          <a:off x="515290" y="1101907"/>
          <a:ext cx="4148826" cy="500791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209833"/>
                <a:gridCol w="583512"/>
                <a:gridCol w="239573"/>
                <a:gridCol w="1995255"/>
              </a:tblGrid>
              <a:tr h="827293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Name</a:t>
                      </a:r>
                    </a:p>
                  </a:txBody>
                  <a:tcPr marL="63500" marR="63500" marT="63500" marB="63500" anchor="t" anchorCtr="0" horzOverflow="overflow">
                    <a:lnL w="12700">
                      <a:solidFill>
                        <a:srgbClr val="666666"/>
                      </a:solidFill>
                      <a:miter lim="400000"/>
                    </a:lnL>
                    <a:lnR w="12700">
                      <a:solidFill>
                        <a:srgbClr val="666666"/>
                      </a:solidFill>
                      <a:miter lim="400000"/>
                    </a:lnR>
                    <a:lnT w="12700">
                      <a:solidFill>
                        <a:srgbClr val="666666"/>
                      </a:solidFill>
                      <a:miter lim="400000"/>
                    </a:lnT>
                    <a:lnB w="12700">
                      <a:solidFill>
                        <a:srgbClr val="666666"/>
                      </a:solidFill>
                      <a:miter lim="400000"/>
                    </a:lnB>
                    <a:solidFill>
                      <a:srgbClr val="E2EDF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 sz="1800"/>
                      </a:pPr>
                      <a:r>
                        <a:rPr i="1" sz="1000">
                          <a:solidFill>
                            <a:srgbClr val="666666"/>
                          </a:solidFill>
                          <a:uFill>
                            <a:solidFill>
                              <a:srgbClr val="666666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 of the release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solidFill>
                        <a:srgbClr val="666666"/>
                      </a:solidFill>
                      <a:miter lim="400000"/>
                    </a:lnL>
                    <a:lnR w="12700">
                      <a:solidFill>
                        <a:srgbClr val="666666"/>
                      </a:solidFill>
                      <a:miter lim="400000"/>
                    </a:lnR>
                    <a:lnT w="12700">
                      <a:solidFill>
                        <a:srgbClr val="666666"/>
                      </a:solidFill>
                      <a:miter lim="400000"/>
                    </a:lnT>
                    <a:lnB w="12700">
                      <a:solidFill>
                        <a:srgbClr val="666666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82655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Target release date</a:t>
                      </a:r>
                    </a:p>
                  </a:txBody>
                  <a:tcPr marL="63500" marR="63500" marT="63500" marB="63500" anchor="t" anchorCtr="0" horzOverflow="overflow">
                    <a:lnL w="12700">
                      <a:solidFill>
                        <a:srgbClr val="666666"/>
                      </a:solidFill>
                      <a:miter lim="400000"/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  <a:miter lim="400000"/>
                    </a:lnT>
                    <a:lnB w="12700">
                      <a:solidFill>
                        <a:srgbClr val="666666"/>
                      </a:solidFill>
                      <a:miter lim="400000"/>
                    </a:lnB>
                    <a:solidFill>
                      <a:srgbClr val="E2EDF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 sz="1800"/>
                      </a:pPr>
                      <a:r>
                        <a:rPr i="1" sz="1000">
                          <a:solidFill>
                            <a:srgbClr val="666666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rPr>
                        <a:t>When you plan to ship the release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  <a:miter lim="400000"/>
                    </a:lnR>
                    <a:lnT w="12700">
                      <a:solidFill>
                        <a:srgbClr val="666666"/>
                      </a:solidFill>
                      <a:miter lim="400000"/>
                    </a:lnT>
                    <a:lnB w="12700">
                      <a:solidFill>
                        <a:srgbClr val="666666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835227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Status</a:t>
                      </a:r>
                    </a:p>
                  </a:txBody>
                  <a:tcPr marL="63500" marR="63500" marT="63500" marB="63500" anchor="t" anchorCtr="0" horzOverflow="overflow">
                    <a:lnL w="12700">
                      <a:solidFill>
                        <a:srgbClr val="666666"/>
                      </a:solidFill>
                      <a:miter lim="400000"/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  <a:miter lim="400000"/>
                    </a:lnT>
                    <a:lnB w="12700">
                      <a:solidFill>
                        <a:srgbClr val="666666"/>
                      </a:solidFill>
                      <a:miter lim="400000"/>
                    </a:lnB>
                    <a:solidFill>
                      <a:srgbClr val="E2EDF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 i="1" sz="1000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</a:p>
                  </a:txBody>
                  <a:tcPr marL="50800" marR="50800" marT="50800" marB="50800" anchor="t" anchorCtr="0" horzOverflow="overflow"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  <a:miter lim="400000"/>
                    </a:lnR>
                    <a:lnT w="12700">
                      <a:solidFill>
                        <a:srgbClr val="666666"/>
                      </a:solidFill>
                      <a:miter lim="400000"/>
                    </a:lnT>
                    <a:lnB w="12700">
                      <a:solidFill>
                        <a:srgbClr val="666666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8338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 sz="1800"/>
                      </a:pPr>
                      <a:r>
                        <a:rPr b="1" sz="12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rPr>
                        <a:t>Overview</a:t>
                      </a:r>
                    </a:p>
                  </a:txBody>
                  <a:tcPr marL="63500" marR="63500" marT="63500" marB="63500" anchor="t" anchorCtr="0" horzOverflow="overflow">
                    <a:lnL w="12700">
                      <a:solidFill>
                        <a:srgbClr val="666666"/>
                      </a:solidFill>
                      <a:miter lim="400000"/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  <a:miter lim="400000"/>
                    </a:lnT>
                    <a:lnB w="12700">
                      <a:solidFill>
                        <a:srgbClr val="666666"/>
                      </a:solidFill>
                      <a:miter lim="400000"/>
                    </a:lnB>
                    <a:solidFill>
                      <a:srgbClr val="E2EDF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 sz="1800"/>
                      </a:pPr>
                      <a:r>
                        <a:rPr i="1" sz="1000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 of what you hope to achieve in this epic and any background information that will help inform the team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  <a:miter lim="400000"/>
                    </a:lnR>
                    <a:lnT w="12700">
                      <a:solidFill>
                        <a:srgbClr val="666666"/>
                      </a:solidFill>
                      <a:miter lim="400000"/>
                    </a:lnT>
                    <a:lnB w="12700">
                      <a:solidFill>
                        <a:srgbClr val="666666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82853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 sz="1800"/>
                      </a:pPr>
                      <a:r>
                        <a:rPr b="1" sz="12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rPr>
                        <a:t>Team</a:t>
                      </a:r>
                    </a:p>
                  </a:txBody>
                  <a:tcPr marL="63500" marR="63500" marT="63500" marB="63500" anchor="t" anchorCtr="0" horzOverflow="overflow">
                    <a:lnL w="12700">
                      <a:solidFill>
                        <a:srgbClr val="666666"/>
                      </a:solidFill>
                      <a:miter lim="400000"/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  <a:miter lim="400000"/>
                    </a:lnT>
                    <a:lnB w="12700">
                      <a:solidFill>
                        <a:srgbClr val="666666"/>
                      </a:solidFill>
                      <a:miter lim="400000"/>
                    </a:lnB>
                    <a:solidFill>
                      <a:srgbClr val="E2EDF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 sz="1800"/>
                      </a:pPr>
                      <a:r>
                        <a:rPr i="1" sz="1000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 names and responsibilities of everyone involved, from designers to developers to QA to product marketers — include meeting cadence for the team as well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  <a:miter lim="400000"/>
                    </a:lnR>
                    <a:lnT w="12700">
                      <a:solidFill>
                        <a:srgbClr val="666666"/>
                      </a:solidFill>
                      <a:miter lim="400000"/>
                    </a:lnT>
                    <a:lnB w="12700">
                      <a:solidFill>
                        <a:srgbClr val="666666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graphicFrame>
        <p:nvGraphicFramePr>
          <p:cNvPr id="100" name="Table"/>
          <p:cNvGraphicFramePr/>
          <p:nvPr/>
        </p:nvGraphicFramePr>
        <p:xfrm>
          <a:off x="4670929" y="1106903"/>
          <a:ext cx="4148740" cy="496724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205305"/>
                <a:gridCol w="723135"/>
                <a:gridCol w="225082"/>
                <a:gridCol w="1874565"/>
              </a:tblGrid>
              <a:tr h="830429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 sz="1800"/>
                      </a:pPr>
                      <a:r>
                        <a:rPr b="1" sz="12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rPr>
                        <a:t>Strategic alignment</a:t>
                      </a:r>
                    </a:p>
                  </a:txBody>
                  <a:tcPr marL="63500" marR="63500" marT="63500" marB="63500" anchor="t" anchorCtr="0" horzOverflow="overflow">
                    <a:lnL w="12700">
                      <a:solidFill>
                        <a:srgbClr val="666666"/>
                      </a:solidFill>
                      <a:miter lim="400000"/>
                    </a:lnL>
                    <a:lnR w="12700">
                      <a:solidFill>
                        <a:srgbClr val="666666"/>
                      </a:solidFill>
                      <a:miter lim="400000"/>
                    </a:lnR>
                    <a:lnT w="12700">
                      <a:solidFill>
                        <a:srgbClr val="666666"/>
                      </a:solidFill>
                      <a:miter lim="400000"/>
                    </a:lnT>
                    <a:lnB w="12700">
                      <a:solidFill>
                        <a:srgbClr val="666666"/>
                      </a:solidFill>
                      <a:miter lim="400000"/>
                    </a:lnB>
                    <a:solidFill>
                      <a:srgbClr val="E2EDF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 sz="1800"/>
                      </a:pPr>
                      <a:r>
                        <a:rPr i="1" sz="1000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Explanation of how this new customer experience supports business and product goals   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solidFill>
                        <a:srgbClr val="666666"/>
                      </a:solidFill>
                      <a:miter lim="400000"/>
                    </a:lnL>
                    <a:lnR w="12700">
                      <a:solidFill>
                        <a:srgbClr val="666666"/>
                      </a:solidFill>
                      <a:miter lim="400000"/>
                    </a:lnR>
                    <a:lnT w="12700">
                      <a:solidFill>
                        <a:srgbClr val="666666"/>
                      </a:solidFill>
                      <a:miter lim="400000"/>
                    </a:lnT>
                    <a:lnB w="12700">
                      <a:solidFill>
                        <a:srgbClr val="666666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83520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 sz="1800"/>
                      </a:pPr>
                      <a:r>
                        <a:rPr b="1" sz="12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rPr>
                        <a:t>Personas</a:t>
                      </a:r>
                    </a:p>
                  </a:txBody>
                  <a:tcPr marL="63500" marR="63500" marT="63500" marB="63500" anchor="t" anchorCtr="0" horzOverflow="overflow">
                    <a:lnL w="12700">
                      <a:solidFill>
                        <a:srgbClr val="666666"/>
                      </a:solidFill>
                      <a:miter lim="400000"/>
                    </a:lnL>
                    <a:lnR w="12700">
                      <a:solidFill>
                        <a:srgbClr val="666666"/>
                      </a:solidFill>
                      <a:miter lim="400000"/>
                    </a:lnR>
                    <a:lnT w="12700">
                      <a:solidFill>
                        <a:srgbClr val="666666"/>
                      </a:solidFill>
                      <a:miter lim="400000"/>
                    </a:lnT>
                    <a:lnB w="12700">
                      <a:solidFill>
                        <a:srgbClr val="666666"/>
                      </a:solidFill>
                      <a:miter lim="400000"/>
                    </a:lnB>
                    <a:solidFill>
                      <a:srgbClr val="E2EDF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 sz="1800"/>
                      </a:pPr>
                      <a:r>
                        <a:rPr i="1" sz="1000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Link to user personas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solidFill>
                        <a:srgbClr val="666666"/>
                      </a:solidFill>
                      <a:miter lim="400000"/>
                    </a:lnL>
                    <a:lnR w="12700">
                      <a:solidFill>
                        <a:srgbClr val="666666"/>
                      </a:solidFill>
                      <a:miter lim="400000"/>
                    </a:lnR>
                    <a:lnT w="12700">
                      <a:solidFill>
                        <a:srgbClr val="666666"/>
                      </a:solidFill>
                      <a:miter lim="400000"/>
                    </a:lnT>
                    <a:lnB w="12700">
                      <a:solidFill>
                        <a:srgbClr val="666666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8325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 sz="1800"/>
                      </a:pPr>
                      <a:r>
                        <a:rPr b="1" sz="12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Features</a:t>
                      </a:r>
                    </a:p>
                  </a:txBody>
                  <a:tcPr marL="63500" marR="63500" marT="63500" marB="63500" anchor="t" anchorCtr="0" horzOverflow="overflow">
                    <a:lnL w="12700">
                      <a:solidFill>
                        <a:srgbClr val="666666"/>
                      </a:solidFill>
                      <a:miter lim="400000"/>
                    </a:lnL>
                    <a:lnR w="12700">
                      <a:solidFill>
                        <a:srgbClr val="666666"/>
                      </a:solidFill>
                      <a:miter lim="400000"/>
                    </a:lnR>
                    <a:lnT w="12700">
                      <a:solidFill>
                        <a:srgbClr val="666666"/>
                      </a:solidFill>
                      <a:miter lim="400000"/>
                    </a:lnT>
                    <a:lnB w="12700">
                      <a:solidFill>
                        <a:srgbClr val="666666"/>
                      </a:solidFill>
                      <a:miter lim="400000"/>
                    </a:lnB>
                    <a:solidFill>
                      <a:srgbClr val="E2EDF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 sz="1800"/>
                      </a:pPr>
                      <a:r>
                        <a:rPr i="1" sz="1000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 of features that will ship with this release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solidFill>
                        <a:srgbClr val="666666"/>
                      </a:solidFill>
                      <a:miter lim="400000"/>
                    </a:lnL>
                    <a:lnR w="12700">
                      <a:solidFill>
                        <a:srgbClr val="666666"/>
                      </a:solidFill>
                      <a:miter lim="400000"/>
                    </a:lnR>
                    <a:lnT w="12700">
                      <a:solidFill>
                        <a:srgbClr val="666666"/>
                      </a:solidFill>
                      <a:miter lim="400000"/>
                    </a:lnT>
                    <a:lnB w="12700">
                      <a:solidFill>
                        <a:srgbClr val="666666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82983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 sz="1800"/>
                      </a:pPr>
                      <a:r>
                        <a:rPr b="1" sz="12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rPr>
                        <a:t>Milestones</a:t>
                      </a:r>
                    </a:p>
                  </a:txBody>
                  <a:tcPr marL="63500" marR="63500" marT="63500" marB="63500" anchor="t" anchorCtr="0" horzOverflow="overflow">
                    <a:lnL w="12700">
                      <a:solidFill>
                        <a:srgbClr val="666666"/>
                      </a:solidFill>
                      <a:miter lim="400000"/>
                    </a:lnL>
                    <a:lnR w="12700">
                      <a:solidFill>
                        <a:srgbClr val="666666"/>
                      </a:solidFill>
                      <a:miter lim="400000"/>
                    </a:lnR>
                    <a:lnT w="12700">
                      <a:solidFill>
                        <a:srgbClr val="666666"/>
                      </a:solidFill>
                      <a:miter lim="400000"/>
                    </a:lnT>
                    <a:lnB w="12700">
                      <a:solidFill>
                        <a:srgbClr val="666666"/>
                      </a:solidFill>
                      <a:miter lim="400000"/>
                    </a:lnB>
                    <a:solidFill>
                      <a:srgbClr val="E2EDF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 sz="1800"/>
                      </a:pPr>
                      <a:r>
                        <a:rPr i="1" sz="1000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Cite important dates that will reflect the team's progress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solidFill>
                        <a:srgbClr val="666666"/>
                      </a:solidFill>
                      <a:miter lim="400000"/>
                    </a:lnL>
                    <a:lnR w="12700">
                      <a:solidFill>
                        <a:srgbClr val="666666"/>
                      </a:solidFill>
                      <a:miter lim="400000"/>
                    </a:lnR>
                    <a:lnT w="12700">
                      <a:solidFill>
                        <a:srgbClr val="666666"/>
                      </a:solidFill>
                      <a:miter lim="400000"/>
                    </a:lnT>
                    <a:lnB w="12700">
                      <a:solidFill>
                        <a:srgbClr val="666666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826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 sz="1800"/>
                      </a:pPr>
                      <a:r>
                        <a:rPr b="1" sz="12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rPr>
                        <a:t>Dependencies</a:t>
                      </a:r>
                    </a:p>
                  </a:txBody>
                  <a:tcPr marL="63500" marR="63500" marT="63500" marB="63500" anchor="t" anchorCtr="0" horzOverflow="overflow">
                    <a:lnL w="12700">
                      <a:solidFill>
                        <a:srgbClr val="666666"/>
                      </a:solidFill>
                      <a:miter lim="400000"/>
                    </a:lnL>
                    <a:lnR w="12700">
                      <a:solidFill>
                        <a:srgbClr val="666666"/>
                      </a:solidFill>
                      <a:miter lim="400000"/>
                    </a:lnR>
                    <a:lnT w="12700">
                      <a:solidFill>
                        <a:srgbClr val="666666"/>
                      </a:solidFill>
                      <a:miter lim="400000"/>
                    </a:lnT>
                    <a:lnB w="12700">
                      <a:solidFill>
                        <a:srgbClr val="666666"/>
                      </a:solidFill>
                      <a:miter lim="400000"/>
                    </a:lnB>
                    <a:solidFill>
                      <a:srgbClr val="E2EDF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 sz="1800"/>
                      </a:pPr>
                      <a:r>
                        <a:rPr i="1" sz="1000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Include any constraints or related work that could impact the release timing 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solidFill>
                        <a:srgbClr val="666666"/>
                      </a:solidFill>
                      <a:miter lim="400000"/>
                    </a:lnL>
                    <a:lnR w="12700">
                      <a:solidFill>
                        <a:srgbClr val="666666"/>
                      </a:solidFill>
                      <a:miter lim="400000"/>
                    </a:lnR>
                    <a:lnT w="12700">
                      <a:solidFill>
                        <a:srgbClr val="666666"/>
                      </a:solidFill>
                      <a:miter lim="400000"/>
                    </a:lnT>
                    <a:lnB w="12700">
                      <a:solidFill>
                        <a:srgbClr val="666666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83214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 sz="1800"/>
                      </a:pPr>
                      <a:r>
                        <a:rPr b="1" sz="12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</a:t>
                      </a:r>
                    </a:p>
                  </a:txBody>
                  <a:tcPr marL="63500" marR="63500" marT="63500" marB="63500" anchor="t" anchorCtr="0" horzOverflow="overflow">
                    <a:lnL w="12700">
                      <a:solidFill>
                        <a:srgbClr val="666666"/>
                      </a:solidFill>
                      <a:miter lim="400000"/>
                    </a:lnL>
                    <a:lnR w="12700">
                      <a:solidFill>
                        <a:srgbClr val="666666"/>
                      </a:solidFill>
                      <a:miter lim="400000"/>
                    </a:lnR>
                    <a:lnT w="12700">
                      <a:solidFill>
                        <a:srgbClr val="666666"/>
                      </a:solidFill>
                      <a:miter lim="400000"/>
                    </a:lnT>
                    <a:lnB w="12700">
                      <a:solidFill>
                        <a:srgbClr val="666666"/>
                      </a:solidFill>
                      <a:miter lim="400000"/>
                    </a:lnB>
                    <a:solidFill>
                      <a:srgbClr val="E2EDF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 sz="1800"/>
                      </a:pPr>
                      <a:r>
                        <a:rPr i="1" sz="1000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 questions, additional background information, and anything else that the team may need quick access to 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solidFill>
                        <a:srgbClr val="666666"/>
                      </a:solidFill>
                      <a:miter lim="400000"/>
                    </a:lnL>
                    <a:lnR w="12700">
                      <a:solidFill>
                        <a:srgbClr val="666666"/>
                      </a:solidFill>
                      <a:miter lim="400000"/>
                    </a:lnR>
                    <a:lnT w="12700">
                      <a:solidFill>
                        <a:srgbClr val="666666"/>
                      </a:solidFill>
                      <a:miter lim="400000"/>
                    </a:lnT>
                    <a:lnB w="12700">
                      <a:solidFill>
                        <a:srgbClr val="666666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01" name="Not started"/>
          <p:cNvSpPr/>
          <p:nvPr/>
        </p:nvSpPr>
        <p:spPr>
          <a:xfrm>
            <a:off x="1821998" y="2837491"/>
            <a:ext cx="789880" cy="238851"/>
          </a:xfrm>
          <a:prstGeom prst="rect">
            <a:avLst/>
          </a:prstGeom>
          <a:solidFill>
            <a:srgbClr val="E1E1E1"/>
          </a:solidFill>
          <a:ln w="25400">
            <a:solidFill>
              <a:srgbClr val="666666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>
            <a:lvl1pPr algn="ctr">
              <a:defRPr b="1" sz="1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 started</a:t>
            </a:r>
          </a:p>
        </p:txBody>
      </p:sp>
      <p:sp>
        <p:nvSpPr>
          <p:cNvPr id="102" name="On track"/>
          <p:cNvSpPr/>
          <p:nvPr/>
        </p:nvSpPr>
        <p:spPr>
          <a:xfrm>
            <a:off x="2701874" y="2837491"/>
            <a:ext cx="789880" cy="238851"/>
          </a:xfrm>
          <a:prstGeom prst="rect">
            <a:avLst/>
          </a:prstGeom>
          <a:solidFill>
            <a:srgbClr val="CBDBB3"/>
          </a:solidFill>
          <a:ln w="25400">
            <a:solidFill>
              <a:srgbClr val="3F651A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>
            <a:lvl1pPr algn="ctr">
              <a:defRPr b="1" sz="1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 track</a:t>
            </a:r>
          </a:p>
        </p:txBody>
      </p:sp>
      <p:sp>
        <p:nvSpPr>
          <p:cNvPr id="103" name="At risk"/>
          <p:cNvSpPr/>
          <p:nvPr/>
        </p:nvSpPr>
        <p:spPr>
          <a:xfrm>
            <a:off x="3581750" y="2837491"/>
            <a:ext cx="789880" cy="238851"/>
          </a:xfrm>
          <a:prstGeom prst="rect">
            <a:avLst/>
          </a:prstGeom>
          <a:solidFill>
            <a:srgbClr val="F3CB95"/>
          </a:solidFill>
          <a:ln w="25400">
            <a:solidFill>
              <a:srgbClr val="D1832F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>
            <a:lvl1pPr algn="ctr">
              <a:defRPr b="1" sz="1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At risk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