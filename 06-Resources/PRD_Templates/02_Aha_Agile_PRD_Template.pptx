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Int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D3EFDF-CBAD-462C-AEDB-7D8415CEE95D}">
  <a:tblStyle styleId="{B7D3EFDF-CBAD-462C-AEDB-7D8415CEE9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Inter-boldItalic.fntdata"/><Relationship Id="rId10" Type="http://schemas.openxmlformats.org/officeDocument/2006/relationships/font" Target="fonts/Inter-italic.fntdata"/><Relationship Id="rId9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" name="Google Shape;1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349975" y="622000"/>
            <a:ext cx="84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D56"/>
              </a:buClr>
              <a:buSzPts val="2800"/>
              <a:buNone/>
              <a:defRPr b="1" sz="2800">
                <a:solidFill>
                  <a:srgbClr val="002D5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12" y="533394"/>
            <a:ext cx="403500" cy="0"/>
          </a:xfrm>
          <a:prstGeom prst="straightConnector1">
            <a:avLst/>
          </a:prstGeom>
          <a:noFill/>
          <a:ln cap="flat" cmpd="sng" w="28575">
            <a:solidFill>
              <a:srgbClr val="29CFCF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www.aha.io/signup-overview?referrer=%2F" TargetMode="External"/><Relationship Id="rId2" Type="http://schemas.openxmlformats.org/officeDocument/2006/relationships/hyperlink" Target="https://www.aha.io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9975" y="622000"/>
            <a:ext cx="844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D56"/>
              </a:buClr>
              <a:buSzPts val="2800"/>
              <a:buNone/>
              <a:defRPr b="1" sz="2800">
                <a:solidFill>
                  <a:srgbClr val="002D5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9975" y="1194700"/>
            <a:ext cx="84441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  <a:defRPr sz="1800">
                <a:solidFill>
                  <a:srgbClr val="33333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  <a:defRPr>
                <a:solidFill>
                  <a:srgbClr val="33333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■"/>
              <a:defRPr>
                <a:solidFill>
                  <a:srgbClr val="33333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  <a:defRPr>
                <a:solidFill>
                  <a:srgbClr val="33333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  <a:defRPr>
                <a:solidFill>
                  <a:srgbClr val="33333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■"/>
              <a:defRPr>
                <a:solidFill>
                  <a:srgbClr val="33333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  <a:defRPr>
                <a:solidFill>
                  <a:srgbClr val="33333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  <a:defRPr>
                <a:solidFill>
                  <a:srgbClr val="33333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■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5480450" y="4645925"/>
            <a:ext cx="320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073CF"/>
                </a:solidFill>
                <a:uFill>
                  <a:noFill/>
                </a:uFill>
                <a:hlinkClick r:id="rId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Try Aha! free for 30 days →</a:t>
            </a:r>
            <a:endParaRPr sz="700">
              <a:solidFill>
                <a:srgbClr val="00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" name="Google Shape;9;p1">
            <a:hlinkClick r:id="rId2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4711243"/>
            <a:ext cx="436325" cy="1618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49975" y="622000"/>
            <a:ext cx="84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Agile</a:t>
            </a:r>
            <a:r>
              <a:rPr lang="en" sz="2400">
                <a:solidFill>
                  <a:srgbClr val="002D56"/>
                </a:solidFill>
              </a:rPr>
              <a:t> PRD template</a:t>
            </a:r>
            <a:endParaRPr/>
          </a:p>
        </p:txBody>
      </p:sp>
      <p:graphicFrame>
        <p:nvGraphicFramePr>
          <p:cNvPr id="19" name="Google Shape;19;p4"/>
          <p:cNvGraphicFramePr/>
          <p:nvPr/>
        </p:nvGraphicFramePr>
        <p:xfrm>
          <a:off x="952500" y="1267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{B7D3EFDF-CBAD-462C-AEDB-7D8415CEE95D}</a:tableStyleId>
              </a:tblPr>
              <a:tblGrid>
                <a:gridCol w="2474400"/>
                <a:gridCol w="4764600"/>
              </a:tblGrid>
              <a:tr h="52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Title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2D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D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7E8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2D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</a:rPr>
                        <a:t>Description of what you want to build — include how this effort aligns to overall strategy.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Background and assumptions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2D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7E8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7E8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2D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</a:rPr>
                        <a:t>Include any background information that will help the team (personas, customer interviews, etc.) along with assumptions behind your thinking.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Features/user stories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2D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7E8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7E8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2D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</a:rPr>
                        <a:t>List of planned features or user stories that will support the objective.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User experience (flow and design)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2D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7E8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7E8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2D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</a:rPr>
                        <a:t>Link to UX artifacts, such as a user story map, wireframes, or other design explorations.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Constraints and dependencies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2D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7E8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7E8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002D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</a:rPr>
                        <a:t>Note any roadblocks the team has already identified, such as timing of other work or impacted functionality.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Open questions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2D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7E8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D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</a:rPr>
                        <a:t>Include any unknowns that the team may run into but has not yet answered.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DCDCD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