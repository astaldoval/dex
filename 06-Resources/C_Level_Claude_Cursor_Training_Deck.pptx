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AI CMS - Программа развития AI-лидерства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Подготовил: Roman Matsukatov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Дата: 08 апреля 2026</a:t>
            </a:r>
          </a:p>
        </p:txBody>
      </p:sp>
      <p:pic>
        <p:nvPicPr>
          <p:cNvPr id="4" name="Picture 3" descr="profile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20240"/>
            <a:ext cx="237744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Обо мне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12+ лет в Product Management на позициях Senior/Lead/CPO.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Запуск AI-продуктов с нуля.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Внедрение Agile-практик в командах.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Опыт запуска Compliance-направления в iGaming (UKGC, MGA, Curacao, Ontario, Anjouan, Tobique, New Jersey).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Для вашей компании это обучение с фокусом на внедрение, governance и измеримый бизнес-результат.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Целевая модель AI CMS: недели 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C-level alignment и единый словарь решений.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Классы данных и правила использования AI по уровням риска.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Допустимые AI-среды и сценарии для руководителей.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Адаптивный AI workflow для C-level: от приоритизации реальных кейсов к единому циклу анализа, риск-контроля, решения и внедрения.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Целевая модель AI CMS: недели 3-4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Запуск HR и Support воркфлоу на реальных кейсах.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Короткие демо 2-5 минут в рабочем ритме команд.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Связка с календарем, почтой, чатами и базой знаний.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Фиксация обратной связи и корректировка playbook по итогам недели.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Целевая модель AI CMS: месяц 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Масштабирование в Finance/Ops после подтверждения первых кейсов.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Owner'ы по воркфлоу в каждом направлении бизнеса.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KPI adoption и качества на регулярном review.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Эскалация спорных кейсов по данным/compliance через Program Owner и Risk Owner.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Волна 1: C-level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Фиксируем классификацию данных, бюджетные лимиты, модель рисков и эскалаций.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На выходе, единая рамка, утверждённые владельцы и критерии успеха первой волны.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Волна 2: функциональные треки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Каждая функция получает сценарии на своих процессах, с общим стандартом качества и безопасности.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На выходе, руководители функций самостоятельно проходят типовой кейс и подтверждают готовность команды.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Волна 3: пилоты и масштабирование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Запускаем 1-2 пилота со сквозной ответственностью и измеримым бизнес-эффектом.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Тиражируем только подтверждённые практики, что даёт масштаб без хаоса.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KPI и контроль эффекта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Метрики: скорость решений, время на типовые задачи, качество артефактов, adoption, риск-инциденты.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C-level смотрит на результат по KPI, а не на количество экспериментов или инструментов.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Операционная модель: кто за что отвечает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Sponsor (C-level), Program Owner, Function Leads, Risk Owner, с четкой зоной ответственности каждого.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Cadence: еженедельный операционный ритм и ежемесячный управленческий review с решениями по масштабу.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Риски и контрмеры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Риски: утечки данных, неуправляемые расходы, низкий adoption, локальная автоматизация без эффекта для бизнеса.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Контрмеры: policy-by-default, бюджетные лимиты, KPI-гейты, обязательная эскалация спорных кейсов.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Первые 30 дней: план запуска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Неделя 1: утвердить рамку и владельцев. Неделя 2: запустить C-level alignment сессию.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Недели 3-4: старт функциональных треков, сбор baseline KPI, запуск первого пилота.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Решение, которое нужно принять сегодня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Утвердить программу на 3 волны, назначить владельцев и зафиксировать календарь первой волны.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Подтвердить KPI и формат ежемесячного управленческого review по внедрению AI.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AI Literacy и AI-Thinking — дополнительный модуль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Зачем: рядом с governance и инструментами — умение формулировать запросы, дробить задачу и закреплять результат, а не бесконечные разовые чаты.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Фокус: как спрашивать AI, с чего начать новый сценарий, что делать, если идея есть, а путь неясен, и как перейти от разовых побед к тому, что можно повторять из раза в раз.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Что разбираем в модуле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Вопросы к AI: контекст, цель, ограничения; что проверить в ответе до следующего шага.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Старт: зафиксировать роль, данные и инструмент, первая итерация без перегруза.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Идея без реализации: «карта неизвестности», гипотезы, пилот и критерий успеха.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Пошагово с AI: цикл план → выполнение → проверка → уточнение → фиксация артефакта.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Система, а не разовые победы: шаблоны промптов и workflow, база знаний, переиспользование, чтобы эффект накапливался (compound), а не сгорал.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